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2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1" d="100"/>
          <a:sy n="51" d="100"/>
        </p:scale>
        <p:origin x="1256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D10D04-1372-4FDC-BA29-4214EA37817B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527DD8-1CFE-4FC9-89CD-A06EF06506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3603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52266-BA02-5625-F3AD-FBEA1D7BC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C7D47A-AE14-ED25-7E40-E23B873A49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D79DB4-297D-B105-CFED-CE86CBB71E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E455FC-4F84-CC4D-F16C-BF76DEEE40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27DD8-1CFE-4FC9-89CD-A06EF0650609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49192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78751-30AB-EA89-6D11-D0D1EC1914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535F66-5F53-4BE5-CE06-8BA0E31029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14F7DA-FD40-A989-0E84-6EE4520D4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C503D-F877-4880-BFB8-660C5F3E4C7A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C1726D-1F1F-2FE8-6E98-7D35C622A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3CC382-C280-EE2A-A681-599B42A39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0C2FB-5608-41E3-AFDC-164B9044C49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6708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B40E4-CDCD-5A04-B19D-EEB21961A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8F8C16-389F-C908-4771-A699A41B18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D41787-64F1-C62B-4A00-094FD51F0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C503D-F877-4880-BFB8-660C5F3E4C7A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CEA597-4348-855D-8C39-0D1D24EAF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271EB2-E3AA-5BE0-D438-D8AB16BD2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0C2FB-5608-41E3-AFDC-164B9044C49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6392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313DB-DBE2-4EB6-0332-958ED1A51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182DFF-324C-7A3D-42CB-2820985F9B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BAB215-43E8-8BCA-CF9D-8919127F5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C503D-F877-4880-BFB8-660C5F3E4C7A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4BC99A-79AC-9515-B544-4863501C2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68F06A-9EEB-53C8-9EBC-A4AE5EAF2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0C2FB-5608-41E3-AFDC-164B9044C49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6095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5FF69-A1E0-43E2-0D56-51C7ABD24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AFDD49-83AA-3E90-2C00-D93466A241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C7F145-2286-3E26-6600-1F56AFB918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F8E73D-5317-2CFE-78F6-1DB3FADAE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C503D-F877-4880-BFB8-660C5F3E4C7A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99D4DC-53BF-FF1E-8DBE-EAC899E06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657F90-AC0E-F22E-7088-CA9BFD5CB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0C2FB-5608-41E3-AFDC-164B9044C49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2177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4BF96-B409-DD51-CD6D-0BC8CF918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063D42-9847-9F61-B38B-37FE90FB38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E4D527-E305-4CCA-D9AB-E16F33669A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A28A05-3C45-1C58-A371-BA8B914A54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AFAE6D-D636-787B-C414-36F2261D4F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20E8E0-0B49-534B-7829-E632BBE90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C503D-F877-4880-BFB8-660C5F3E4C7A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0C6987-6A11-EAF1-0890-32D62170E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33157E-998B-9669-7F8C-BD5906B06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0C2FB-5608-41E3-AFDC-164B9044C49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97865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27326-77D8-EED9-BA1D-8D4C1CC5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8EAD85-6777-2105-1BEF-D3DBC5422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C503D-F877-4880-BFB8-660C5F3E4C7A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BB734A-45A0-E6E2-7F3B-000991FF3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310EB6-36AD-E815-FF4D-FC780C752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0C2FB-5608-41E3-AFDC-164B9044C49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3100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64A43C-F364-B0B0-8B99-6C3D1BE72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C503D-F877-4880-BFB8-660C5F3E4C7A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237F14-A6C0-03F2-4219-FFA4D09A7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8AC830-05BE-8F60-D0CF-BBCA023B3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0C2FB-5608-41E3-AFDC-164B9044C49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2689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6791C-3C37-7E2D-0FDD-C3238795C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CD97D-0C6D-10F9-2496-0085E9B156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1A71BA-EA22-94B7-D111-DE36D42665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8445E6-79C8-40AA-A60C-92EF75B87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C503D-F877-4880-BFB8-660C5F3E4C7A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DAE57D-7069-5DDB-4B32-7F1DA4686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421053-C06E-45FC-9248-C45416EE7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0C2FB-5608-41E3-AFDC-164B9044C49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3857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A7D33-CC74-264F-50EC-730D103DE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26F215-AED9-F2B8-B1A1-3A96C1DEF8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19CC64-1576-9277-E3C3-FD58A65355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38301D-1085-F948-1473-B7B0DC214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C503D-F877-4880-BFB8-660C5F3E4C7A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421D68-2CF7-D3EA-C746-D864E5A9C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0D99A8-5A33-FFB7-3C49-51190ED80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0C2FB-5608-41E3-AFDC-164B9044C49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2485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F555E-89BD-06AF-BC4F-C3CF5525D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4C64EF-571B-DDFE-1BB2-39C666FF64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1B661-7DDB-7048-77B1-EF6937160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C503D-F877-4880-BFB8-660C5F3E4C7A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0D9B71-75C0-189F-E09C-1C8BEB73E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E4CF1D-F933-54DA-362F-A26FF0E38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0C2FB-5608-41E3-AFDC-164B9044C49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81798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DA7D6A-BF90-33DB-6CEB-49DE72B29E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EEC964-2DAC-3C98-962B-3C3911D6CF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B5366A-0080-4327-82D1-A9AEAE434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C503D-F877-4880-BFB8-660C5F3E4C7A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1277EC-BB2B-38A6-23EA-1F1EE9A65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6F0CAB-5BF2-33EB-11A9-0EC780B9E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0C2FB-5608-41E3-AFDC-164B9044C49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6217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5A58DC-1AA8-DB30-FA5C-2D47B6D41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2D601C-4B8E-18F8-78FD-5A6EDBF50A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FF9F57-F168-4694-8E5F-EB72F3F66B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8C503D-F877-4880-BFB8-660C5F3E4C7A}" type="datetimeFigureOut">
              <a:rPr lang="en-GB" smtClean="0"/>
              <a:t>19/03/2026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FAC8E3-AC97-FF35-20CB-57FA004187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5251EC-0D9B-84CA-EDAA-84A3E0D55D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70C2FB-5608-41E3-AFDC-164B9044C49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7861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0932E-E7E0-E6A2-FEC5-A5A302049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3" name="Rectangle 52">
            <a:extLst>
              <a:ext uri="{FF2B5EF4-FFF2-40B4-BE49-F238E27FC236}">
                <a16:creationId xmlns:a16="http://schemas.microsoft.com/office/drawing/2014/main" id="{07445639-B201-9831-5262-BCE477BB35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287DA41-442A-C1F3-5F3D-F426C23EFE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C5FA45-4017-5B5A-5931-A8D9447017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8444" y="375781"/>
            <a:ext cx="10734805" cy="6481456"/>
          </a:xfrm>
        </p:spPr>
        <p:txBody>
          <a:bodyPr anchor="b">
            <a:normAutofit fontScale="90000"/>
          </a:bodyPr>
          <a:lstStyle/>
          <a:p>
            <a:br>
              <a:rPr lang="en-GB" sz="2000" dirty="0"/>
            </a:br>
            <a:br>
              <a:rPr lang="en-GB" sz="2000" dirty="0"/>
            </a:br>
            <a:br>
              <a:rPr lang="en-GB" sz="2800" b="1" dirty="0"/>
            </a:br>
            <a:r>
              <a:rPr lang="en-GB" sz="10700" b="1" dirty="0"/>
              <a:t>A Testable Prediction Framework for AST</a:t>
            </a:r>
            <a:br>
              <a:rPr lang="en-GB" sz="9600" dirty="0"/>
            </a:br>
            <a:br>
              <a:rPr lang="en-GB" dirty="0"/>
            </a:br>
            <a:br>
              <a:rPr lang="en-GB" dirty="0"/>
            </a:br>
            <a:endParaRPr lang="en-GB" sz="3600" dirty="0">
              <a:solidFill>
                <a:srgbClr val="FF0000"/>
              </a:solidFill>
            </a:endParaRP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EE40C316-F882-5FFC-5F58-7F9186BDD4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305" y="0"/>
            <a:ext cx="5163047" cy="3153018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66225AF-9030-2507-69B4-9710E56341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EC0C1CA-8706-FD20-23D6-3ABD32540F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8006DEF2-73E9-D3FE-862B-E9882674FB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09D5C4B7-6637-A47E-8E2F-988A86CD06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F35A5D19-25AB-3F13-CDDC-BCE88114C2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9262397" y="3928396"/>
            <a:ext cx="3142400" cy="2716805"/>
            <a:chOff x="-305" y="-4155"/>
            <a:chExt cx="2514948" cy="2174333"/>
          </a:xfrm>
        </p:grpSpPr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879D8AFC-E16F-3DDF-F5E2-D080763783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BBFE5D80-847E-267B-3477-A23C9FED9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6BC996D7-088A-4F9C-C0DF-3989E3BCCD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0350C231-ABBC-3D63-4330-A4C8E02047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00FFFC0F-D97B-68A7-4F64-0E0E6DDC27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56259" cy="756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92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2584</TotalTime>
  <Words>13</Words>
  <Application>Microsoft Office PowerPoint</Application>
  <PresentationFormat>Widescreen</PresentationFormat>
  <Paragraphs>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   A Testable Prediction Framework for AST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Shaji Sreedharan</dc:creator>
  <cp:lastModifiedBy>Shaji Sreedharan</cp:lastModifiedBy>
  <cp:revision>9</cp:revision>
  <dcterms:created xsi:type="dcterms:W3CDTF">2026-03-17T20:59:22Z</dcterms:created>
  <dcterms:modified xsi:type="dcterms:W3CDTF">2026-03-19T17:04:45Z</dcterms:modified>
</cp:coreProperties>
</file>